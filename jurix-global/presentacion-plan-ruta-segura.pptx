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f22106f-f887-9de8-3531-a71b78376780}">
          <p14:sldIdLst>
            <p14:sldId id="256"/>
          </p14:sldIdLst>
        </p14:section>
        <p14:section name="El problema" id="{6575ac69-d485-42c0-edc0-a0cfa1612fef}">
          <p14:sldIdLst>
            <p14:sldId id="257"/>
            <p14:sldId id="258"/>
          </p14:sldIdLst>
        </p14:section>
        <p14:section name="La solución" id="{f3f9a268-6374-b584-e7a4-5fbc2fb7749e}">
          <p14:sldIdLst>
            <p14:sldId id="259"/>
            <p14:sldId id="260"/>
            <p14:sldId id="261"/>
          </p14:sldIdLst>
        </p14:section>
        <p14:section name="Inversión" id="{cf10550b-4b6a-6006-cc20-8b7d55dcbb0e}">
          <p14:sldIdLst>
            <p14:sldId id="262"/>
            <p14:sldId id="263"/>
            <p14:sldId id="264"/>
          </p14:sldIdLst>
        </p14:section>
        <p14:section name="Próximos pasos" id="{0e9af265-f042-7354-70ba-1d119bc9f13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para el gerente o el consejo de administración de la cooperativa. Objetivo: conseguir la autorización para hacer el diagnóstico gratuito de multas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 Descuento de reserva (no está escrito en la presentación): si dudan, la asesoría puede quedar en USD 300 al contratar también el plan de buses. Úselo solo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45152"/>
            <a:ext cx="1051560" cy="3451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407408"/>
            <a:ext cx="1463040" cy="4802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0" y="4434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WhatsApp y teléfono: 098 780 4294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0" y="4754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Guayaquil, Ecuador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Jurix Global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377440" cy="780429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permanente para cooperativas de transporte: multas, siniestros y gestión de la cooperativa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cuatro servicios en un solo plan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Asesoría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sesoría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sesoría a la cooperativa icono" descr="Asesoría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Asesoría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Asesoría a la cooperativa</a:t>
            </a:r>
            <a:endParaRPr lang="en-US" sz="1600" dirty="0"/>
          </a:p>
        </p:txBody>
      </p:sp>
      <p:sp>
        <p:nvSpPr>
          <p:cNvPr id="22" name="Asesoría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Asambleas, estatutos, SEPS y trámites ante la ATM y la 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clara y fija cada mes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400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 mes por cooperativa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Asesoría permanente: asambleas, estatutos, SEPS, ATM y ANT.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 cooperativa de 40 buses invierte USD 800 al mes. Son USD 20 por socio: unos USD 0,67 al día.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0A1F3A"/>
      </a:dk2>
      <a:lt2>
        <a:srgbClr val="F2F4F7"/>
      </a:lt2>
      <a:accent1>
        <a:srgbClr val="B7955A"/>
      </a:accent1>
      <a:accent2>
        <a:srgbClr val="8C6D36"/>
      </a:accent2>
      <a:accent3>
        <a:srgbClr val="5C677D"/>
      </a:accent3>
      <a:accent4>
        <a:srgbClr val="C0392B"/>
      </a:accent4>
      <a:accent5>
        <a:srgbClr val="2A9D8F"/>
      </a:accent5>
      <a:accent6>
        <a:srgbClr val="C9D1DC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2026-10-08T00:50:19Z</dcterms:created>
  <dcterms:modified xsi:type="dcterms:W3CDTF">2026-10-08T00:50:19Z</dcterms:modified>
</cp:coreProperties>
</file>