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8b5fe3e-0670-1491-5054-4d3f4a4d8519}">
          <p14:sldIdLst>
            <p14:sldId id="256"/>
          </p14:sldIdLst>
        </p14:section>
        <p14:section name="El problema" id="{59440dac-7ee1-7a72-5033-e89602ad8a8b}">
          <p14:sldIdLst>
            <p14:sldId id="257"/>
            <p14:sldId id="258"/>
          </p14:sldIdLst>
        </p14:section>
        <p14:section name="La solución" id="{82dcc212-caad-d564-1eef-dfb198b5bd14}">
          <p14:sldIdLst>
            <p14:sldId id="259"/>
            <p14:sldId id="260"/>
            <p14:sldId id="261"/>
          </p14:sldIdLst>
        </p14:section>
        <p14:section name="Inversión" id="{b56e07d5-5fda-2092-2a5e-5a625a0bd301}">
          <p14:sldIdLst>
            <p14:sldId id="262"/>
            <p14:sldId id="263"/>
            <p14:sldId id="264"/>
          </p14:sldIdLst>
        </p14:section>
        <p14:section name="Próximos pasos" id="{550c3556-71fa-4cdd-bbc9-ae3e6aeff60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para el gerente o el consejo de administración de la cooperativa. Objetivo: conseguir la autorización para hacer el diagnóstico gratuito de multas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Jurix Global · Plan Ruta Segura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Jurix Global · Guayaquil, Ecuador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tetítulo"/>
          <p:cNvSpPr txBox="1"/>
          <p:nvPr/>
        </p:nvSpPr>
        <p:spPr>
          <a:xfrm>
            <a:off x="548640" y="9601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JURIX GLOBAL · ABOGADOS EN GUAYAQUIL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permanente para cooperativas de transporte: multas, siniestros y gestión de la cooperativa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cuatro servicios en un solo plan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cuando sea jurídicamente viable.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Asesoría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sesoría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sesoría a la cooperativa icono" descr="Asesoría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Asesoría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Asesoría a la cooperativa</a:t>
            </a:r>
            <a:endParaRPr lang="en-US" sz="1600" dirty="0"/>
          </a:p>
        </p:txBody>
      </p:sp>
      <p:sp>
        <p:nvSpPr>
          <p:cNvPr id="22" name="Asesoría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Asambleas, estatutos, SEPS y trámites ante la ATM y la 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Evaluamos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si hay fundamentos para impugnar y le explicamos.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clara y fija cada mes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300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 mes por cooperativa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Asesoría permanente: asambleas, estatutos, SEPS, ATM y ANT.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una cooperativa de 40 buses invierte USD 700 al mes. Son USD 17,50 por socio: menos de USD 0,60 al día.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D4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2F52"/>
          </a:solidFill>
          <a:ln w="12700">
            <a:solidFill>
              <a:srgbClr val="1F2F52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14213D"/>
      </a:dk2>
      <a:lt2>
        <a:srgbClr val="F2F4F7"/>
      </a:lt2>
      <a:accent1>
        <a:srgbClr val="FCA311"/>
      </a:accent1>
      <a:accent2>
        <a:srgbClr val="14213D"/>
      </a:accent2>
      <a:accent3>
        <a:srgbClr val="5C677D"/>
      </a:accent3>
      <a:accent4>
        <a:srgbClr val="C0392B"/>
      </a:accent4>
      <a:accent5>
        <a:srgbClr val="2A9D8F"/>
      </a:accent5>
      <a:accent6>
        <a:srgbClr val="CBD5E1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2026-10-07T23:07:07Z</dcterms:created>
  <dcterms:modified xsi:type="dcterms:W3CDTF">2026-10-07T23:07:07Z</dcterms:modified>
</cp:coreProperties>
</file>